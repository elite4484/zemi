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1488" y="-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235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81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32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646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37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71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212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78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35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580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28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FC119-8575-424D-867F-8A545A474516}" type="datetimeFigureOut">
              <a:rPr kumimoji="1" lang="ja-JP" altLang="en-US" smtClean="0"/>
              <a:t>2026/7/17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8A15D-40FF-403E-B81E-09C3B87C9B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17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E3ED2ED-775D-EDE3-4C3C-353549BB68D6}"/>
              </a:ext>
            </a:extLst>
          </p:cNvPr>
          <p:cNvSpPr/>
          <p:nvPr/>
        </p:nvSpPr>
        <p:spPr>
          <a:xfrm>
            <a:off x="1132840" y="203200"/>
            <a:ext cx="4897120" cy="538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C9ECBE7-F07B-A002-7B7E-EE5E46956F6F}"/>
              </a:ext>
            </a:extLst>
          </p:cNvPr>
          <p:cNvSpPr/>
          <p:nvPr/>
        </p:nvSpPr>
        <p:spPr>
          <a:xfrm>
            <a:off x="1188720" y="269240"/>
            <a:ext cx="4729480" cy="65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header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8889ADD-64F7-23D8-039A-D0DF3B28F530}"/>
              </a:ext>
            </a:extLst>
          </p:cNvPr>
          <p:cNvSpPr/>
          <p:nvPr/>
        </p:nvSpPr>
        <p:spPr>
          <a:xfrm>
            <a:off x="1188720" y="955040"/>
            <a:ext cx="4729480" cy="441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meny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1480650-DE79-1DAD-61C8-3C10B8F6A8AE}"/>
              </a:ext>
            </a:extLst>
          </p:cNvPr>
          <p:cNvSpPr/>
          <p:nvPr/>
        </p:nvSpPr>
        <p:spPr>
          <a:xfrm>
            <a:off x="1188720" y="1447800"/>
            <a:ext cx="4729480" cy="3520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Naiyou</a:t>
            </a:r>
            <a:r>
              <a:rPr kumimoji="1" lang="en-US" altLang="ja-JP" dirty="0">
                <a:solidFill>
                  <a:schemeClr val="tx1"/>
                </a:solidFill>
              </a:rPr>
              <a:t> 1      </a:t>
            </a:r>
            <a:r>
              <a:rPr kumimoji="1" lang="ja-JP" altLang="en-US" dirty="0">
                <a:solidFill>
                  <a:schemeClr val="tx1"/>
                </a:solidFill>
              </a:rPr>
              <a:t>　　　　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0E6C73-26A1-7A44-5C9D-59310D4A1446}"/>
              </a:ext>
            </a:extLst>
          </p:cNvPr>
          <p:cNvSpPr/>
          <p:nvPr/>
        </p:nvSpPr>
        <p:spPr>
          <a:xfrm>
            <a:off x="1239520" y="1005840"/>
            <a:ext cx="746760" cy="3352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6C97017-8F66-3F9F-5E06-271628173D3A}"/>
              </a:ext>
            </a:extLst>
          </p:cNvPr>
          <p:cNvSpPr/>
          <p:nvPr/>
        </p:nvSpPr>
        <p:spPr>
          <a:xfrm>
            <a:off x="2037080" y="1005840"/>
            <a:ext cx="746760" cy="3352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F302AE2-041C-CA2E-5580-F47D829C6077}"/>
              </a:ext>
            </a:extLst>
          </p:cNvPr>
          <p:cNvSpPr/>
          <p:nvPr/>
        </p:nvSpPr>
        <p:spPr>
          <a:xfrm>
            <a:off x="1336040" y="1955800"/>
            <a:ext cx="2138680" cy="57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Photo</a:t>
            </a:r>
            <a:r>
              <a:rPr kumimoji="1" lang="ja-JP" altLang="en-US" dirty="0">
                <a:solidFill>
                  <a:schemeClr val="tx1"/>
                </a:solidFill>
              </a:rPr>
              <a:t>（イメージ）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78111FB-F0B2-2BED-CCC5-B7B89AAE539D}"/>
              </a:ext>
            </a:extLst>
          </p:cNvPr>
          <p:cNvSpPr/>
          <p:nvPr/>
        </p:nvSpPr>
        <p:spPr>
          <a:xfrm>
            <a:off x="3474720" y="3571240"/>
            <a:ext cx="2067560" cy="9448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Photo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1AE3D3D-9B52-8C17-B098-830BD8F5B9AF}"/>
              </a:ext>
            </a:extLst>
          </p:cNvPr>
          <p:cNvSpPr/>
          <p:nvPr/>
        </p:nvSpPr>
        <p:spPr>
          <a:xfrm>
            <a:off x="1336040" y="1955800"/>
            <a:ext cx="4206240" cy="1508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  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Sentence</a:t>
            </a:r>
            <a:br>
              <a:rPr kumimoji="1" lang="en-US" altLang="ja-JP" dirty="0">
                <a:solidFill>
                  <a:schemeClr val="tx1"/>
                </a:solidFill>
              </a:rPr>
            </a:br>
            <a:r>
              <a:rPr kumimoji="1" lang="ja-JP" altLang="en-US" dirty="0">
                <a:solidFill>
                  <a:schemeClr val="tx1"/>
                </a:solidFill>
              </a:rPr>
              <a:t>（このページが何なのか）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ADE34596-472E-59C6-47FB-DC879C0E28F1}"/>
              </a:ext>
            </a:extLst>
          </p:cNvPr>
          <p:cNvSpPr/>
          <p:nvPr/>
        </p:nvSpPr>
        <p:spPr>
          <a:xfrm>
            <a:off x="1381760" y="396240"/>
            <a:ext cx="985520" cy="431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logo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3592C71-79DE-0921-DFBE-660348A9B452}"/>
              </a:ext>
            </a:extLst>
          </p:cNvPr>
          <p:cNvSpPr/>
          <p:nvPr/>
        </p:nvSpPr>
        <p:spPr>
          <a:xfrm>
            <a:off x="1336040" y="1524000"/>
            <a:ext cx="4206240" cy="381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Bolling</a:t>
            </a:r>
            <a:r>
              <a:rPr kumimoji="1" lang="ja-JP" altLang="en-US" dirty="0">
                <a:solidFill>
                  <a:schemeClr val="tx1"/>
                </a:solidFill>
              </a:rPr>
              <a:t>を楽しもう</a:t>
            </a:r>
          </a:p>
        </p:txBody>
      </p:sp>
    </p:spTree>
    <p:extLst>
      <p:ext uri="{BB962C8B-B14F-4D97-AF65-F5344CB8AC3E}">
        <p14:creationId xmlns:p14="http://schemas.microsoft.com/office/powerpoint/2010/main" val="2323513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349421F-A59F-70E4-7801-EA1675E5E280}"/>
              </a:ext>
            </a:extLst>
          </p:cNvPr>
          <p:cNvSpPr/>
          <p:nvPr/>
        </p:nvSpPr>
        <p:spPr>
          <a:xfrm>
            <a:off x="1132840" y="203200"/>
            <a:ext cx="4897120" cy="538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F33E80A-1DC4-8D98-4E4B-264E01F3C9EB}"/>
              </a:ext>
            </a:extLst>
          </p:cNvPr>
          <p:cNvSpPr/>
          <p:nvPr/>
        </p:nvSpPr>
        <p:spPr>
          <a:xfrm>
            <a:off x="1188720" y="269240"/>
            <a:ext cx="4729480" cy="65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header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7B4028A-6300-8F68-73EA-2FD1F8785598}"/>
              </a:ext>
            </a:extLst>
          </p:cNvPr>
          <p:cNvSpPr/>
          <p:nvPr/>
        </p:nvSpPr>
        <p:spPr>
          <a:xfrm>
            <a:off x="1188720" y="955040"/>
            <a:ext cx="4729480" cy="441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meny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789817-365B-8454-4547-2DDD40FD995B}"/>
              </a:ext>
            </a:extLst>
          </p:cNvPr>
          <p:cNvSpPr/>
          <p:nvPr/>
        </p:nvSpPr>
        <p:spPr>
          <a:xfrm>
            <a:off x="1188720" y="1447800"/>
            <a:ext cx="4729480" cy="3520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Naiyou</a:t>
            </a:r>
            <a:r>
              <a:rPr kumimoji="1" lang="en-US" altLang="ja-JP" dirty="0">
                <a:solidFill>
                  <a:schemeClr val="tx1"/>
                </a:solidFill>
              </a:rPr>
              <a:t> 1      </a:t>
            </a:r>
            <a:r>
              <a:rPr kumimoji="1" lang="ja-JP" altLang="en-US" dirty="0">
                <a:solidFill>
                  <a:schemeClr val="tx1"/>
                </a:solidFill>
              </a:rPr>
              <a:t>　　　　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939DD55-7BF1-0E01-4C99-CA7318F23FF9}"/>
              </a:ext>
            </a:extLst>
          </p:cNvPr>
          <p:cNvSpPr/>
          <p:nvPr/>
        </p:nvSpPr>
        <p:spPr>
          <a:xfrm>
            <a:off x="1239520" y="1005840"/>
            <a:ext cx="746760" cy="3352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26B78FE-B06B-7252-DD78-2BA3844DF5E2}"/>
              </a:ext>
            </a:extLst>
          </p:cNvPr>
          <p:cNvSpPr/>
          <p:nvPr/>
        </p:nvSpPr>
        <p:spPr>
          <a:xfrm>
            <a:off x="2037080" y="1005840"/>
            <a:ext cx="746760" cy="3352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1FB683D-2535-84DF-3EA5-9167FEB8ED23}"/>
              </a:ext>
            </a:extLst>
          </p:cNvPr>
          <p:cNvSpPr/>
          <p:nvPr/>
        </p:nvSpPr>
        <p:spPr>
          <a:xfrm>
            <a:off x="1336040" y="1955800"/>
            <a:ext cx="2138680" cy="57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Photo</a:t>
            </a:r>
            <a:r>
              <a:rPr kumimoji="1" lang="ja-JP" altLang="en-US" dirty="0">
                <a:solidFill>
                  <a:schemeClr val="tx1"/>
                </a:solidFill>
              </a:rPr>
              <a:t>（イメージ）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406BCB3-221B-ECE5-EDD6-D8D96105BDBF}"/>
              </a:ext>
            </a:extLst>
          </p:cNvPr>
          <p:cNvSpPr/>
          <p:nvPr/>
        </p:nvSpPr>
        <p:spPr>
          <a:xfrm>
            <a:off x="3474720" y="3571240"/>
            <a:ext cx="2067560" cy="9448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Photo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E4AEA92-BE5E-825B-9F57-9378C2A23AE4}"/>
              </a:ext>
            </a:extLst>
          </p:cNvPr>
          <p:cNvSpPr/>
          <p:nvPr/>
        </p:nvSpPr>
        <p:spPr>
          <a:xfrm>
            <a:off x="1336040" y="1955800"/>
            <a:ext cx="4206240" cy="1508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  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Sentence</a:t>
            </a:r>
            <a:br>
              <a:rPr kumimoji="1" lang="en-US" altLang="ja-JP" dirty="0">
                <a:solidFill>
                  <a:schemeClr val="tx1"/>
                </a:solidFill>
              </a:rPr>
            </a:br>
            <a:r>
              <a:rPr kumimoji="1" lang="ja-JP" altLang="en-US" dirty="0">
                <a:solidFill>
                  <a:schemeClr val="tx1"/>
                </a:solidFill>
              </a:rPr>
              <a:t>（このページが何なのか）</a:t>
            </a: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D4DCC9C8-E4F9-CD64-AAA5-4C4161A3A4AD}"/>
              </a:ext>
            </a:extLst>
          </p:cNvPr>
          <p:cNvSpPr/>
          <p:nvPr/>
        </p:nvSpPr>
        <p:spPr>
          <a:xfrm>
            <a:off x="1381760" y="396240"/>
            <a:ext cx="985520" cy="431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logo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9407EB2-7D8C-D471-1C96-69D123460905}"/>
              </a:ext>
            </a:extLst>
          </p:cNvPr>
          <p:cNvSpPr/>
          <p:nvPr/>
        </p:nvSpPr>
        <p:spPr>
          <a:xfrm>
            <a:off x="1336040" y="1524000"/>
            <a:ext cx="4206240" cy="381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Bolling</a:t>
            </a:r>
            <a:r>
              <a:rPr kumimoji="1" lang="ja-JP" altLang="en-US" dirty="0">
                <a:solidFill>
                  <a:schemeClr val="tx1"/>
                </a:solidFill>
              </a:rPr>
              <a:t>を楽しもう</a:t>
            </a:r>
          </a:p>
        </p:txBody>
      </p:sp>
    </p:spTree>
    <p:extLst>
      <p:ext uri="{BB962C8B-B14F-4D97-AF65-F5344CB8AC3E}">
        <p14:creationId xmlns:p14="http://schemas.microsoft.com/office/powerpoint/2010/main" val="1748145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50</Words>
  <Application>Microsoft Office PowerPoint</Application>
  <PresentationFormat>ワイド画面</PresentationFormat>
  <Paragraphs>40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植田 吉祥</dc:creator>
  <cp:lastModifiedBy>植田 吉祥</cp:lastModifiedBy>
  <cp:revision>1</cp:revision>
  <dcterms:created xsi:type="dcterms:W3CDTF">2026-07-17T01:07:53Z</dcterms:created>
  <dcterms:modified xsi:type="dcterms:W3CDTF">2026-07-17T01:24:50Z</dcterms:modified>
</cp:coreProperties>
</file>